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{"phase":"pre-entry","snapshotId":"recall-snapshot-1790425465811-3h1c1v","bundleId":"bundle-b82ac763-5190-48f7-ada4-4bd1c2377882","warnings":[]}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{"phase":"holding","snapshotId":"recall-snapshot-1790426056211-duxc3w","bundleId":"bundle-aa704b2c-c412-4595-95b9-3ff0afe20738","warnings":["与入场前参考图的价格轴范围或刻度方向不同","与入场前参考图的时间窗口不同或无法核对"]}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{"phase":"post-review","snapshotId":"recall-snapshot-1790426381010-uh29nu","bundleId":"bundle-9d44182b-8166-4cce-b88b-b0061f4c9892","warnings":["与入场前参考图的价格轴范围或刻度方向不同","与入场前参考图的时间窗口不同或无法核对"]}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TRADEREVIEW_FROZEN_MANIFEST
{"version":1,"source":"completed","documentRevision":24,"episodeId":"episode:%5B%22SYNTHETIC-REPAIR-fresh-replay%3ACN%3A999996%3Alive%22%2C%222026-08-10T02%3A00%3A00.000Z%22%2C%22buy%22%2C%221000%22%2C%2256%22%5D:1","generatedAt":"2026-09-26T14:31:10.842Z","stages":[{"phase":"pre-entry","snapshotId":"recall-snapshot-1790425465811-3h1c1v","reference":{"bundleId":"bundle-b82ac763-5190-48f7-ada4-4bd1c2377882","captureRevision":6,"evidenceDigest":"37ac4947c785397247fad49bf1fc3508189577822a9e65905953bcda902bdae6","planVersionIds":[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6,"evidenceDigest":"37ac4947c785397247fad49bf1fc3508189577822a9e65905953bcda902bdae6","bundleId":"bundle-b82ac763-5190-48f7-ada4-4bd1c2377882","computedAt":"2026-09-26T12:24:27.047Z"},"captureContext":{"phase":"pre-entry","cursor":"2026-08-10T01:59:59.999Z","executionCursor":"__recall_before_first_execution__","timeframe":"1D","viewport":{"version":1,"logicalRange":{"from":-3,"to":30},"barSpacing":25.41176470588235,"rightOffset":4,"width":948,"height":719,"priceRange":{"from":48.31,"to":69.79},"priceScaleOptions":{"mode":0,"invertScale":false,"autoScale":false,"scaleMargins":{"bottom":0.2,"top":0.08}},"imageFrame":{"version":1,"width":1280,"height":720,"pixelRatio":2}},"hasSeenFuture":false,"priceBasis":"raw"}},"warnings":[]},{"phase":"holding","snapshotId":"recall-snapshot-1790426056211-duxc3w","reference":{"bundleId":"bundle-aa704b2c-c412-4595-95b9-3ff0afe20738","captureRevision":12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],"manualEvaluationRevisionIds":null,"metricMethodVersion":"actual-v1","metricSource":{"documentRevision":12,"evidenceDigest":"37ac4947c785397247fad49bf1fc3508189577822a9e65905953bcda902bdae6","bundleId":"bundle-aa704b2c-c412-4595-95b9-3ff0afe20738","computedAt":"2026-09-26T12:34:17.811Z"},"captureContext":{"phase":"holding","cursor":"2026-08-14T16:00:00.000Z","executionCursor":"synthetic-repair-fresh-replay-partial","timeframe":"1D","viewport":{"version":1,"logicalRange":{"from":-3,"to":35},"barSpacing":22.153846153846153,"rightOffset":4,"width":948,"height":719,"priceRange":{"from":50.1,"to":64.712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,{"phase":"post-review","snapshotId":"recall-snapshot-1790426381010-uh29nu","reference":{"bundleId":"bundle-9d44182b-8166-4cce-b88b-b0061f4c9892","captureRevision":19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-9d44182b-8166-4cce-b88b-b0061f4c9892:manual:manual-draft:episode:%5B%22SYNTHETIC-REPAIR-fresh-replay%3ACN%3A999996%3Alive%22%2C%222026-08-10T02%3A00%3A00.000Z%22%2C%22buy%22%2C%221000%22%2C%2256%22%5D:1"],"metricMethodVersion":"actual-v1","metricSource":{"documentRevision":19,"evidenceDigest":"37ac4947c785397247fad49bf1fc3508189577822a9e65905953bcda902bdae6","bundleId":"bundle-9d44182b-8166-4cce-b88b-b0061f4c9892","computedAt":"2026-09-26T12:39:44.028Z"},"captureContext":{"phase":"post-review","cursor":"2026-09-24T16:00:00.000Z","executionCursor":"synthetic-repair-fresh-replay-close","timeframe":"1D","viewport":{"version":1,"logicalRange":{"from":-3,"to":64},"barSpacing":12.705882352941176,"rightOffset":4,"width":948,"height":652,"priceRange":{"from":50.1,"to":65.69},"priceScaleOptions":{"mode":0,"invertScale":false,"autoScale":true,"scaleMargins":{"bottom":0.2,"top":0.08}},"imageFrame":{"version":1,"width":1280,"height":720,"pixelRatio":2}},"hasSeenFuture":true,"priceBasis":"raw"}},"warnings":["与入场前参考图的价格轴范围或刻度方向不同","与入场前参考图的时间窗口不同或无法核对"]}],"summary":{"snapshotId":"recall-snapshot-1790426382443-hemcvi","reference":{"bundleId":"bundle-d15cc875-c98e-4175-8209-cd090bd79d5d","captureRevision":24,"evidenceDigest":"37ac4947c785397247fad49bf1fc3508189577822a9e65905953bcda902bdae6","planVersionIds":["bundle-091276e9-d9b3-41b7-92d4-e2602f1e27c8:plan:76456d0a-3c6d-4a28-b36e-21bd3f520821","bundle-b82ac763-5190-48f7-ada4-4bd1c2377882:plan:plan-draft-d7745e64-7709-4ecd-a147-3e08cb92189f"],"riskBaselineIds":["bundle-b82ac763-5190-48f7-ada4-4bd1c2377882:risk:plan-draft-d7745e64-7709-4ecd-a147-3e08cb92189f"],"evaluationRevisionIds":["bundle-9d44182b-8166-4cce-b88b-b0061f4c9892:evaluation:exit-draft:synthetic-repair-fresh-replay-partial","bundle-9d44182b-8166-4cce-b88b-b0061f4c9892:evaluation:exit-draft:synthetic-repair-fresh-replay-close"],"manualEvaluationRevisionIds":["bundle-d15cc875-c98e-4175-8209-cd090bd79d5d:manual:manual-draft:episode:%5B%22SYNTHETIC-REPAIR-fresh-replay%3ACN%3A999996%3Alive%22%2C%222026-08-10T02%3A00%3A00.000Z%22%2C%22buy%22%2C%221000%22%2C%2256%22%5D:1"],"metricMethodVersion":"actual-v1","metricSource":{"documentRevision":24,"evidenceDigest":"37ac4947c785397247fad49bf1fc3508189577822a9e65905953bcda902bdae6","bundleId":"bundle-d15cc875-c98e-4175-8209-cd090bd79d5d","computedAt":"2026-09-26T13:48:29.363Z"},"captureContext":{"phase":"post-review","cursor":"2026-09-24T16:00:00.000Z","executionCursor":"synthetic-repair-fresh-replay-close","timeframe":"1D","viewport":{"version":1,"logicalRange":{"from":-3,"to":64},"barSpacing":17.61764705882353,"rightOffset":4,"width":1282,"height":218,"priceRange":{"from":50.1,"to":65.69},"priceScaleOptions":{"mode":0,"invertScale":false,"autoScale":true,"scaleMargins":{"bottom":0.2,"top":0.08}},"imageFrame":{"version":1,"width":1280,"height":720,"pixelRatio":2}},"hasSeenFuture":true,"priceBasis":"raw"}}},"texts":[{"key":"[\"drawing-1790425345593-uvz6e\",\"1\",\"synthetic-repair-fresh-replay-entry\"]","drawingId":"drawing-1790425345593-uvz6e","revision":"1","ownerId":"synthetic-repair-fresh-replay-entry","snapshotIds":["recall-snapshot-1790425465811-3h1c1v","recall-snapshot-1790426056211-duxc3w","recall-snapshot-1790426381010-uh29nu"]},{"key":"[\"drawing-1790426055724-hn3sy\",\"1\",\"synthetic-repair-fresh-replay-partial\"]","drawingId":"drawing-1790426055724-hn3sy","revision":"1","ownerId":"synthetic-repair-fresh-replay-partial","snapshotIds":["recall-snapshot-1790426056211-duxc3w","recall-snapshot-1790426381010-uh29nu"]},{"key":"[\"drawing-1790426380329-3t0cx\",\"1\",\"synthetic-repair-fresh-replay-close\"]","drawingId":"drawing-1790426380329-3t0cx","revision":"1","ownerId":"synthetic-repair-fresh-replay-close","snapshotIds":["recall-snapshot-1790426381010-uh29nu"]}]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入场前判断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 · 1D · 截止 2026-08-10T01:59:59.999Z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1</a:t>
            </a:r>
            <a:endParaRPr lang="en-US" sz="1100" dirty="0"/>
          </a:p>
        </p:txBody>
      </p:sp>
      <p:pic>
        <p:nvPicPr>
          <p:cNvPr id="5" name="Image 0" descr="入场前判断 / recall-snapshot-1790425465811-3h1c1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留存修订 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持仓过程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 · 1D · 截止 2026-08-14T16:00:00.000Z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2</a:t>
            </a:r>
            <a:endParaRPr lang="en-US" sz="1100" dirty="0"/>
          </a:p>
        </p:txBody>
      </p:sp>
      <p:pic>
        <p:nvPicPr>
          <p:cNvPr id="5" name="Image 0" descr="持仓过程 / recall-snapshot-1790426056211-duxc3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历史构图差异保留，详见备注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事后复盘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 · 1D · 截止 2026-09-24T16:00:00.000Z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3</a:t>
            </a:r>
            <a:endParaRPr lang="en-US" sz="1100" dirty="0"/>
          </a:p>
        </p:txBody>
      </p:sp>
      <p:pic>
        <p:nvPicPr>
          <p:cNvPr id="5" name="Image 0" descr="事后复盘 / recall-snapshot-1790426381010-uh29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8160" y="1234440"/>
            <a:ext cx="86156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9963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BC477"/>
                </a:solidFill>
              </a:rPr>
              <a:t>历史构图差异保留，详见备注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交易总结表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51960"/>
                <a:gridCol w="4965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/ 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 / 价格口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做多 / 原始价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/ 止损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 / 52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入场均价 56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 / 退出均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62.8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/ 名义金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/ 56000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建仓 1000；剩余 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资金基数 / 仓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200000 CNY / 28%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手填参考资金 / 2026-08-07T16:00:00+08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:00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初始风险 /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4000 CNY / 价格风险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1.69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 R / 兑现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净额 / 计划毛收益 56.33%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交易总结表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251960"/>
                <a:gridCol w="49651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 / 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毛额 / 费用 /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净额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原币口径；费用只扣一次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6800 CNY / 40 CNY / 6760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执行偏差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正入场偏差表示更不利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CNY / 数量 0%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/ 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人工事后评价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 / 偏离计划；不确定 / 按计划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 2026-08-14T02:0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0:00.000Z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600；价格 64；分配入场费 12 CNY；退出费 12 CNY；净额 4776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 2026-08-20T02:0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0:00.000Z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 400；价格 61；分配入场费 8 CNY；退出费 8 CNY；净额 1984 CNY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r-fresh-replay-part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是；偏离计划；原因 情绪影响；标签 退出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r-fresh-replay-clos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提前退出 不确定；按计划；原因 结构失效；标签 未标记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回合人工标签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 判断；词典 manual-v1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人工标签证据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Text drawing-1790426055724-hn3sy；修订 1；归属 synthetic-repair-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fresh-replay-partial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7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bundle-b82ac763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-5190-48f7-ada4-4bd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1c2377882:plan:plan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56；止损 52；目标 68；数量 1000；初始计划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-draft-d7745e64-770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9-4ecd-a147-3e08cb9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2189f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 bundle-091276e9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-d9b3-41b7-92d4-e26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02f1e27c8:plan:7645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入场 56；止损 54；目标 72；数量 1000；持仓调整：上升结构继续成立，将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保护位提高到54，目标修订为72；不更改初始风险基准。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6d0a-3c6d-4a28-b36e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-21bd3f520821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bundle-b82ac763-5190-48f7-ada4-4bd1c2377882:risk:plan-draft-d77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45e64-7709-4ecd-a147-3e08cb92189f；计划 bundle-b82ac763-5190-48f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7-ada4-4bd1c2377882:plan:plan-draft-d7745e64-7709-4ecd-a147-3e0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交易明细与口径 · 续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 / 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已留存明细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8cb92189f；作用范围 建仓决策；价格推算风险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图上文字 · 稳定身份去重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可编辑文字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drawing-17904253455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93-uvz6e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低点逐步抬高，沿上升通道观察回撤。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计划在56附近分批确认，跌破52则失效。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尚未看到后续成交，不把目标68当成必然结果。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r-fresh-replay-entr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先控制仓位，再等待结构给出验证。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drawing-17904260557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24-hn3sy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减仓600后仍持有400。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担心盈利回吐，先记录焦虑；复盘时再判断这次退出是否符合原计划。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r-fresh-replay-part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ial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图上文字 · 稳定身份去重 · 续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CB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上次完成版本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CBBD0"/>
                </a:solidFill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77B7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可编辑文字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drawing-17904263803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29-3t0cx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修订 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理性复盘 A：净收益6760，实际1.69R。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第一笔减仓受情绪影响，需把入场判断与退出执行分开评价。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 synthetic-repai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r-fresh-replay-clos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ED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54864" marB="54864" anchor="ctr">
                    <a:lnL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三阶段交易复盘</dc:title>
  <dc:subject>已留存复盘成果</dc:subject>
  <dc:creator>TradeReview</dc:creator>
  <cp:lastModifiedBy>TradeReview</cp:lastModifiedBy>
  <cp:revision>1</cp:revision>
  <dcterms:created xsi:type="dcterms:W3CDTF">2026-09-26T14:31:10Z</dcterms:created>
  <dcterms:modified xsi:type="dcterms:W3CDTF">2026-09-26T14:31:10Z</dcterms:modified>
</cp:coreProperties>
</file>