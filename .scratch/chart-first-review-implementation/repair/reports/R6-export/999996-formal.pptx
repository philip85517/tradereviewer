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{"phase":"pre-entry","snapshotId":"recall-snapshot-1790425465811-3h1c1v","bundleId":"bundle-b82ac763-5190-48f7-ada4-4bd1c2377882","warnings":[]}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{"phase":"holding","snapshotId":"recall-snapshot-1790426056211-duxc3w","bundleId":"bundle-aa704b2c-c412-4595-95b9-3ff0afe20738","warnings":["与入场前参考图的价格轴范围或刻度方向不同","与入场前参考图的时间窗口不同或无法核对"]}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{"phase":"post-review","snapshotId":"recall-snapshot-1790426381010-uh29nu","bundleId":"bundle-9d44182b-8166-4cce-b88b-b0061f4c9892","warnings":["与入场前参考图的价格轴范围或刻度方向不同","与入场前参考图的时间窗口不同或无法核对"]}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07:37.229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07:37.229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07:37.229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07:37.229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07:37.229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07:37.229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07:37.229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入场前判断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 · 1D · 截止 2026-08-10T01:59:59.999Z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1</a:t>
            </a:r>
            <a:endParaRPr lang="en-US" sz="1100" dirty="0"/>
          </a:p>
        </p:txBody>
      </p:sp>
      <p:pic>
        <p:nvPicPr>
          <p:cNvPr id="5" name="Image 0" descr="入场前判断 / recall-snapshot-1790425465811-3h1c1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留存修订 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持仓过程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 · 1D · 截止 2026-08-14T16:00:00.000Z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2</a:t>
            </a:r>
            <a:endParaRPr lang="en-US" sz="1100" dirty="0"/>
          </a:p>
        </p:txBody>
      </p:sp>
      <p:pic>
        <p:nvPicPr>
          <p:cNvPr id="5" name="Image 0" descr="持仓过程 / recall-snapshot-1790426056211-duxc3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历史构图差异保留，详见备注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事后复盘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 · 1D · 截止 2026-09-24T16:00:00.000Z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3</a:t>
            </a:r>
            <a:endParaRPr lang="en-US" sz="1100" dirty="0"/>
          </a:p>
        </p:txBody>
      </p:sp>
      <p:pic>
        <p:nvPicPr>
          <p:cNvPr id="5" name="Image 0" descr="事后复盘 / recall-snapshot-1790426381010-uh29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历史构图差异保留，详见备注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交易总结表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251960"/>
                <a:gridCol w="4965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/ 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 / 价格口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径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做多 / 原始价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/ 止损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 / 52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入场均价 56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 / 退出均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62.8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/ 名义金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/ 56000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建仓 1000；剩余 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资金基数 / 仓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200000 CNY / 28%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手填参考资金 / 2026-08-07T16:00:00+08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:00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初始风险 /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4000 CNY / 价格风险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1.69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 R / 兑现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净额 / 计划毛收益 56.33%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交易总结表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251960"/>
                <a:gridCol w="4965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/ 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毛额 / 费用 /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净额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原币口径；费用只扣一次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6800 CNY / 40 CNY / 6760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执行偏差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正入场偏差表示更不利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CNY / 数量 0%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/ 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人工事后评价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/ 偏离计划；不确定 / 按计划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 2026-08-14T02:0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0:00.000Z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600；价格 64；分配入场费 12 CNY；退出费 12 CNY；净额 4776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 2026-08-20T02:0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0:00.000Z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400；价格 61；分配入场费 8 CNY；退出费 8 CNY；净额 1984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r-fresh-replay-part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是；偏离计划；原因 情绪影响；标签 退出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r-fresh-replay-clos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不确定；按计划；原因 结构失效；标签 未标记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回合人工标签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 判断；词典 manual-v1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人工标签证据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 drawing-1790426055724-hn3sy；修订 1；归属 synthetic-repair-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fresh-replay-partial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bundle-b82ac763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-5190-48f7-ada4-4bd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1c2377882:plan:plan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56；止损 52；目标 68；数量 1000；初始计划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-draft-d7745e64-770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9-4ecd-a147-3e08cb9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2189f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bundle-091276e9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-d9b3-41b7-92d4-e26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02f1e27c8:plan:7645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56；止损 54；目标 72；数量 1000；持仓调整：上升结构继续成立，将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保护位提高到54，目标修订为72；不更改初始风险基准。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6d0a-3c6d-4a28-b36e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-21bd3f520821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bundle-b82ac763-5190-48f7-ada4-4bd1c2377882:risk:plan-draft-d77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45e64-7709-4ecd-a147-3e08cb92189f；计划 bundle-b82ac763-5190-48f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7-ada4-4bd1c2377882:plan:plan-draft-d7745e64-7709-4ecd-a147-3e0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 · 续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8cb92189f；作用范围 建仓决策；价格推算风险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图上文字 · 稳定身份去重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可编辑文字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drawing-17904253455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93-uvz6e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低点逐步抬高，沿上升通道观察回撤。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计划在56附近分批确认，跌破52则失效。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尚未看到后续成交，不把目标68当成必然结果。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r-fresh-replay-entr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先控制仓位，再等待结构给出验证。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drawing-17904260557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24-hn3sy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减仓600后仍持有400。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担心盈利回吐，先记录焦虑；复盘时再判断这次退出是否符合原计划。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r-fresh-replay-part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图上文字 · 稳定身份去重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可编辑文字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drawing-17904263803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29-3t0cx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理性复盘 A：净收益6760，实际1.69R。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第一笔减仓受情绪影响，需把入场判断与退出执行分开评价。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r-fresh-replay-clos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三阶段交易复盘</dc:title>
  <dc:subject>已留存复盘成果</dc:subject>
  <dc:creator>TradeReview</dc:creator>
  <cp:lastModifiedBy>TradeReview</cp:lastModifiedBy>
  <cp:revision>1</cp:revision>
  <dcterms:created xsi:type="dcterms:W3CDTF">2026-09-26T14:07:37Z</dcterms:created>
  <dcterms:modified xsi:type="dcterms:W3CDTF">2026-09-26T14:07:37Z</dcterms:modified>
</cp:coreProperties>
</file>